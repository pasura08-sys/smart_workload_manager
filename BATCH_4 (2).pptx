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7.png"/><Relationship Id="rId10" Type="http://schemas.openxmlformats.org/officeDocument/2006/relationships/image" Target="../media/image-6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7657" y="369317"/>
            <a:ext cx="3303612" cy="44048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048" y="470595"/>
            <a:ext cx="4850904" cy="39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spc="-7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Workload Manager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32048" y="1015157"/>
            <a:ext cx="4850904" cy="47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9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Intelligent System for Optimizing Running Applications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32048" y="1607939"/>
            <a:ext cx="2737321" cy="190500"/>
          </a:xfrm>
          <a:prstGeom prst="roundRect">
            <a:avLst>
              <a:gd name="adj" fmla="val 2211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7206" y="1645518"/>
            <a:ext cx="3044205" cy="115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2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COMPUTER SCIENCE &amp; ENGINEERING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32048" y="1913037"/>
            <a:ext cx="530810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Members:</a:t>
            </a:r>
            <a:pPr algn="l" indent="0" marL="0">
              <a:lnSpc>
                <a:spcPct val="121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2048" y="2209428"/>
            <a:ext cx="4850904" cy="1277838"/>
          </a:xfrm>
          <a:prstGeom prst="roundRect">
            <a:avLst>
              <a:gd name="adj" fmla="val 41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048" y="2530078"/>
            <a:ext cx="4850904" cy="78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32048" y="2848347"/>
            <a:ext cx="4850904" cy="78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32048" y="3166616"/>
            <a:ext cx="4850904" cy="78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22228" y="2209428"/>
            <a:ext cx="7836" cy="12778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36885" y="2214190"/>
            <a:ext cx="2385343" cy="315888"/>
          </a:xfrm>
          <a:custGeom>
            <a:avLst/>
            <a:gdLst/>
            <a:ahLst/>
            <a:cxnLst/>
            <a:rect l="l" t="t" r="r" b="b"/>
            <a:pathLst>
              <a:path w="2385343" h="315888">
                <a:moveTo>
                  <a:pt x="43880" y="0"/>
                </a:moveTo>
                <a:lnTo>
                  <a:pt x="2385343" y="0"/>
                </a:lnTo>
                <a:lnTo>
                  <a:pt x="2385343" y="315888"/>
                </a:lnTo>
                <a:lnTo>
                  <a:pt x="0" y="315888"/>
                </a:lnTo>
                <a:lnTo>
                  <a:pt x="0" y="43880"/>
                </a:lnTo>
                <a:arcTo hR="43880" wR="43880" stAng="10800000" swAng="5400000"/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15" name="Text 12"/>
          <p:cNvSpPr/>
          <p:nvPr/>
        </p:nvSpPr>
        <p:spPr>
          <a:xfrm>
            <a:off x="562198" y="2280047"/>
            <a:ext cx="2589535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Pavithra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822228" y="2214190"/>
            <a:ext cx="2455962" cy="315888"/>
          </a:xfrm>
          <a:custGeom>
            <a:avLst/>
            <a:gdLst/>
            <a:ahLst/>
            <a:cxnLst/>
            <a:rect l="l" t="t" r="r" b="b"/>
            <a:pathLst>
              <a:path w="2455962" h="315888">
                <a:moveTo>
                  <a:pt x="0" y="0"/>
                </a:moveTo>
                <a:lnTo>
                  <a:pt x="2412081" y="0"/>
                </a:lnTo>
                <a:arcTo hR="43880" wR="43880" stAng="16200000" swAng="5400000"/>
                <a:lnTo>
                  <a:pt x="2455962" y="315888"/>
                </a:lnTo>
                <a:lnTo>
                  <a:pt x="0" y="315888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17" name="Text 14"/>
          <p:cNvSpPr/>
          <p:nvPr/>
        </p:nvSpPr>
        <p:spPr>
          <a:xfrm>
            <a:off x="2949922" y="2280047"/>
            <a:ext cx="2660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2510030271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6885" y="2530078"/>
            <a:ext cx="2385343" cy="318269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9" name="Text 16"/>
          <p:cNvSpPr/>
          <p:nvPr/>
        </p:nvSpPr>
        <p:spPr>
          <a:xfrm>
            <a:off x="562198" y="2598316"/>
            <a:ext cx="2589535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Snikitha Sree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822228" y="2530078"/>
            <a:ext cx="2455962" cy="318269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1" name="Text 18"/>
          <p:cNvSpPr/>
          <p:nvPr/>
        </p:nvSpPr>
        <p:spPr>
          <a:xfrm>
            <a:off x="2949922" y="2598316"/>
            <a:ext cx="2660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2510030305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885" y="2848347"/>
            <a:ext cx="2385343" cy="318269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0"/>
          <p:cNvSpPr/>
          <p:nvPr/>
        </p:nvSpPr>
        <p:spPr>
          <a:xfrm>
            <a:off x="562198" y="2916585"/>
            <a:ext cx="2589535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Anusha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822228" y="2848347"/>
            <a:ext cx="2455962" cy="318269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5" name="Text 22"/>
          <p:cNvSpPr/>
          <p:nvPr/>
        </p:nvSpPr>
        <p:spPr>
          <a:xfrm>
            <a:off x="2949922" y="2916585"/>
            <a:ext cx="2660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2510030174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6885" y="3166616"/>
            <a:ext cx="2385343" cy="315888"/>
          </a:xfrm>
          <a:custGeom>
            <a:avLst/>
            <a:gdLst/>
            <a:ahLst/>
            <a:cxnLst/>
            <a:rect l="l" t="t" r="r" b="b"/>
            <a:pathLst>
              <a:path w="2385343" h="315888">
                <a:moveTo>
                  <a:pt x="0" y="0"/>
                </a:moveTo>
                <a:lnTo>
                  <a:pt x="2385343" y="0"/>
                </a:lnTo>
                <a:lnTo>
                  <a:pt x="2385343" y="315888"/>
                </a:lnTo>
                <a:lnTo>
                  <a:pt x="43880" y="315888"/>
                </a:lnTo>
                <a:arcTo hR="43880" wR="43880" stAng="5400000" swAng="5400000"/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27" name="Text 24"/>
          <p:cNvSpPr/>
          <p:nvPr/>
        </p:nvSpPr>
        <p:spPr>
          <a:xfrm>
            <a:off x="562198" y="3234854"/>
            <a:ext cx="2589535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Lathika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822228" y="3166616"/>
            <a:ext cx="2455962" cy="315888"/>
          </a:xfrm>
          <a:custGeom>
            <a:avLst/>
            <a:gdLst/>
            <a:ahLst/>
            <a:cxnLst/>
            <a:rect l="l" t="t" r="r" b="b"/>
            <a:pathLst>
              <a:path w="2455962" h="315888">
                <a:moveTo>
                  <a:pt x="0" y="0"/>
                </a:moveTo>
                <a:lnTo>
                  <a:pt x="2455962" y="0"/>
                </a:lnTo>
                <a:lnTo>
                  <a:pt x="2455962" y="272007"/>
                </a:lnTo>
                <a:arcTo hR="43880" wR="43880" stAng="0" swAng="5400000"/>
                <a:lnTo>
                  <a:pt x="0" y="315888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29" name="Text 26"/>
          <p:cNvSpPr/>
          <p:nvPr/>
        </p:nvSpPr>
        <p:spPr>
          <a:xfrm>
            <a:off x="2949922" y="3234854"/>
            <a:ext cx="2660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2510030252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32048" y="3601864"/>
            <a:ext cx="4850904" cy="107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endParaRPr lang="en-US" sz="950" dirty="0"/>
          </a:p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endParaRPr lang="en-US" sz="950" dirty="0"/>
          </a:p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093" y="388516"/>
            <a:ext cx="3274740" cy="4366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048" y="930325"/>
            <a:ext cx="485090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32048" y="1643955"/>
            <a:ext cx="4850904" cy="256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computers often run multiple applications simultaneously. During important tasks such as studying, coding, attending online classes, or presentations, background applications may consume unnecessary system resources.</a:t>
            </a:r>
            <a:endParaRPr lang="en-US" sz="1200" dirty="0"/>
          </a:p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Although operating systems manage these resources automatically, users often experience slow performance because they must manually identify and manage resource-intensive applications.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project aims to provide a smarter way to monitor and manage running applications based on the user's current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714747"/>
            <a:ext cx="827990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48" y="1601912"/>
            <a:ext cx="2653308" cy="265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6505" y="1736601"/>
            <a:ext cx="5250135" cy="879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frequently run multiple applications at the same time, such as browsers, IDEs, media players, and background services.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 may lead to: 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466505" y="2755032"/>
            <a:ext cx="5250135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system performance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CPU and memory usage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responsiveness of important applications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identifying which application is causing the slowdown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effort required to optimize running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1022077"/>
            <a:ext cx="827990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32048" y="1889968"/>
            <a:ext cx="395175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Current Tools Offer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2048" y="2285330"/>
            <a:ext cx="395175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tools like Task Manager and System Monitor allow users to: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2048" y="2917999"/>
            <a:ext cx="3951759" cy="1149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running processes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CPU usage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memory usage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unwanted tasks manually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53855" y="1735708"/>
            <a:ext cx="4173959" cy="2385715"/>
          </a:xfrm>
          <a:prstGeom prst="roundRect">
            <a:avLst>
              <a:gd name="adj" fmla="val 4657"/>
            </a:avLst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4808116" y="1889968"/>
            <a:ext cx="386543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8116" y="2285330"/>
            <a:ext cx="3865438" cy="1149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mainly provide monitoring information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must manually decide what action to take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workload-based assistance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user-specific optimization suggestions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523726"/>
            <a:ext cx="827990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32048" y="1314524"/>
            <a:ext cx="8279904" cy="9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Workload Manager is a system that continuously observes running applications and helps users manage system workload more effectively.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proposed system will: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2048" y="2402309"/>
            <a:ext cx="2657103" cy="1155055"/>
          </a:xfrm>
          <a:prstGeom prst="roundRect">
            <a:avLst>
              <a:gd name="adj" fmla="val 5611"/>
            </a:avLst>
          </a:prstGeom>
          <a:solidFill>
            <a:srgbClr val="DADBF1"/>
          </a:solidFill>
          <a:ln w="9525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5833" y="2566095"/>
            <a:ext cx="232953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5833" y="2899767"/>
            <a:ext cx="232953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running applications in real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3411" y="2402309"/>
            <a:ext cx="2657103" cy="1155055"/>
          </a:xfrm>
          <a:prstGeom prst="roundRect">
            <a:avLst>
              <a:gd name="adj" fmla="val 5611"/>
            </a:avLst>
          </a:prstGeom>
          <a:solidFill>
            <a:srgbClr val="DADBF1"/>
          </a:solidFill>
          <a:ln w="9525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7197" y="2566095"/>
            <a:ext cx="232953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07197" y="2899767"/>
            <a:ext cx="232953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CPU and memory usage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4775" y="2402309"/>
            <a:ext cx="2657103" cy="1155055"/>
          </a:xfrm>
          <a:prstGeom prst="roundRect">
            <a:avLst>
              <a:gd name="adj" fmla="val 5611"/>
            </a:avLst>
          </a:prstGeom>
          <a:solidFill>
            <a:srgbClr val="DADBF1"/>
          </a:solidFill>
          <a:ln w="9525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8560" y="2566095"/>
            <a:ext cx="232953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8560" y="2899767"/>
            <a:ext cx="232953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resource-intensive applications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048" y="3711625"/>
            <a:ext cx="4062785" cy="908149"/>
          </a:xfrm>
          <a:prstGeom prst="roundRect">
            <a:avLst>
              <a:gd name="adj" fmla="val 7136"/>
            </a:avLst>
          </a:prstGeom>
          <a:solidFill>
            <a:srgbClr val="DADBF1"/>
          </a:solidFill>
          <a:ln w="9525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5833" y="3875410"/>
            <a:ext cx="373521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Suggest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5833" y="4209083"/>
            <a:ext cx="373521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 possible optimization 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49093" y="3711625"/>
            <a:ext cx="4062785" cy="908149"/>
          </a:xfrm>
          <a:prstGeom prst="roundRect">
            <a:avLst>
              <a:gd name="adj" fmla="val 7136"/>
            </a:avLst>
          </a:prstGeom>
          <a:solidFill>
            <a:srgbClr val="DADBF1"/>
          </a:solidFill>
          <a:ln w="9525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2878" y="3875410"/>
            <a:ext cx="373521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12878" y="4209083"/>
            <a:ext cx="373521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activity logs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481236"/>
            <a:ext cx="827990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48" y="1272034"/>
            <a:ext cx="2657103" cy="16179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7991" y="1387748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05358" y="1889224"/>
            <a:ext cx="23104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Applications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5358" y="2222897"/>
            <a:ext cx="231048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system to monitor running applications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3411" y="1272034"/>
            <a:ext cx="2657103" cy="16179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9354" y="1387748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416722" y="1889224"/>
            <a:ext cx="23104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Usage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416722" y="2222897"/>
            <a:ext cx="231048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understand system resource usage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4775" y="1272034"/>
            <a:ext cx="2657103" cy="16179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90718" y="1387748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228085" y="1889224"/>
            <a:ext cx="231048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 Waste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228085" y="2222897"/>
            <a:ext cx="231048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unnecessary resource consumption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048" y="3044279"/>
            <a:ext cx="4062785" cy="161798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370832" y="3159993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05358" y="3661470"/>
            <a:ext cx="371616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 Responsiveness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05358" y="3995142"/>
            <a:ext cx="371616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overall system responsiveness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9093" y="3044279"/>
            <a:ext cx="4062785" cy="161798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87877" y="3159993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4822403" y="3661470"/>
            <a:ext cx="371616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Foundation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822403" y="3995142"/>
            <a:ext cx="371616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foundation for intelligent workload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830014"/>
            <a:ext cx="827990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Modules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48" y="1620813"/>
            <a:ext cx="385763" cy="385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0692" y="1620813"/>
            <a:ext cx="2052712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1 – Process Monitor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10692" y="2195587"/>
            <a:ext cx="205271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currently running applications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6285" y="1620813"/>
            <a:ext cx="385763" cy="3857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34929" y="1620813"/>
            <a:ext cx="2052712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2 – Resource Monitor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834929" y="2195587"/>
            <a:ext cx="205271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CPU and memory usage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0522" y="1620813"/>
            <a:ext cx="385763" cy="3857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59166" y="1620813"/>
            <a:ext cx="205278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3 – Analysis Module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659166" y="2195587"/>
            <a:ext cx="2052786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applications consuming high resources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048" y="2997994"/>
            <a:ext cx="385763" cy="3857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0692" y="2997994"/>
            <a:ext cx="2052712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4 – Suggestion Module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010692" y="3572768"/>
            <a:ext cx="205271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Recommends actions for improving performance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6285" y="2997994"/>
            <a:ext cx="385763" cy="3857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34929" y="2997994"/>
            <a:ext cx="2052712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5 – Activity Logger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3834929" y="3572768"/>
            <a:ext cx="2052712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logs of system activity and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496863"/>
            <a:ext cx="8279904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Plan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48" y="1529358"/>
            <a:ext cx="2683818" cy="26838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49985" y="1228874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449985" y="1439242"/>
            <a:ext cx="257428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3449985" y="1544836"/>
            <a:ext cx="2574280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49985" y="1873895"/>
            <a:ext cx="2574280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identification, Requirement analysis, Literature survey, System design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42360" y="1228874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42360" y="1439242"/>
            <a:ext cx="257428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142360" y="1544836"/>
            <a:ext cx="2574280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42360" y="1873895"/>
            <a:ext cx="2574280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monitoring, Resource monitoring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49985" y="2498154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49985" y="2708523"/>
            <a:ext cx="257428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3449985" y="2814117"/>
            <a:ext cx="2574280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49985" y="3143176"/>
            <a:ext cx="2574280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module, Logging system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42360" y="2498154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42360" y="2708523"/>
            <a:ext cx="257428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6142360" y="2814117"/>
            <a:ext cx="2574280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42360" y="3143176"/>
            <a:ext cx="2574280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recommendation module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49985" y="3564954"/>
            <a:ext cx="26997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449985" y="3775323"/>
            <a:ext cx="526665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19"/>
          <p:cNvSpPr/>
          <p:nvPr/>
        </p:nvSpPr>
        <p:spPr>
          <a:xfrm>
            <a:off x="3449985" y="3880917"/>
            <a:ext cx="5266655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Review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449985" y="4209976"/>
            <a:ext cx="5266655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Testing, Documentation, Demonstration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443657"/>
            <a:ext cx="8279904" cy="3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7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Outcome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2048" y="993725"/>
            <a:ext cx="8711952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workload distribution.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48" y="1364084"/>
            <a:ext cx="2651299" cy="32339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35103" y="1343695"/>
            <a:ext cx="4081537" cy="96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CPU utilization.</a:t>
            </a:r>
            <a:endParaRPr lang="en-US" sz="900" dirty="0"/>
          </a:p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processing time.</a:t>
            </a:r>
            <a:endParaRPr lang="en-US" sz="900" dirty="0"/>
          </a:p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of tasks.</a:t>
            </a:r>
            <a:endParaRPr lang="en-US" sz="900" dirty="0"/>
          </a:p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overall system performance.</a:t>
            </a:r>
            <a:endParaRPr lang="en-US" sz="900" dirty="0"/>
          </a:p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visualization of task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714747"/>
            <a:ext cx="827990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48" y="1601912"/>
            <a:ext cx="2653308" cy="265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7932" y="2241872"/>
            <a:ext cx="5018708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Workload Manager aims to improve the way users monitor and manage running applications.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466505" y="2103016"/>
            <a:ext cx="19050" cy="771525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3466505" y="3048074"/>
            <a:ext cx="5250135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begins with basic monitoring and analysis and will gradually evolve into a more intelligent workload management system as additional Operating Systems concepts are learned during the semester.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48" y="1848445"/>
            <a:ext cx="8279904" cy="144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100" b="1" spc="-2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9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2026-08-06T07:50:54Z</dcterms:created>
  <dcterms:modified xsi:type="dcterms:W3CDTF">2026-08-06T07:50:54Z</dcterms:modified>
</cp:coreProperties>
</file>