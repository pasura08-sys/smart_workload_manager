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EC8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34343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5233360" y="1932474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Workload Manager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5233360" y="2920091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User-Space Workload Monitoring and Priority Management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615630"/>
            <a:ext cx="1999605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7" name="Text 4"/>
          <p:cNvSpPr/>
          <p:nvPr/>
        </p:nvSpPr>
        <p:spPr>
          <a:xfrm>
            <a:off x="5346765" y="3676853"/>
            <a:ext cx="238238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B.TECH CSE | REVIEW 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33360" y="4311348"/>
            <a:ext cx="2917851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Team Members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233360" y="4846638"/>
            <a:ext cx="2917851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2510030305 N.snikitha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2510030271 B.Pavithra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2510030174 Anusha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2510030252 Lathika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18719" y="4311348"/>
            <a:ext cx="2917851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Guide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618719" y="4855055"/>
            <a:ext cx="352743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Dr.Pawan Kumar Pagadala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3440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Statement &amp; Objectives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71171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1475" y="2341463"/>
            <a:ext cx="10868745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applications compete for CPU and memory resources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Heavy background processes consume significant resources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 contention affects responsiveness of important applications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need a simple way to identify and manage resource conflicts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812774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Objectives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4442520"/>
            <a:ext cx="10868745" cy="149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running processes and measure CPU/memory usage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 users to select a primary workload for protection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heavy background processes causing contention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Dynamically adjust background process priority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Restore priority and maintain an activity log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1397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Proposed Methodology &amp; Novelty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61475" y="2165152"/>
            <a:ext cx="2811095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226374"/>
            <a:ext cx="319387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3 CRITERION — NOVELTY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25862"/>
            <a:ext cx="6903269" cy="25904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39181" y="4867809"/>
            <a:ext cx="1041185" cy="2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Detect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27002" y="4867809"/>
            <a:ext cx="1041185" cy="2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Score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21956" y="4867809"/>
            <a:ext cx="1041185" cy="2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Select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316909" y="4867809"/>
            <a:ext cx="1041185" cy="2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Collect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83336" y="4867809"/>
            <a:ext cx="1041185" cy="2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Monitor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32251" y="2860869"/>
            <a:ext cx="350421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spc="-2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Novelty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32251" y="3404576"/>
            <a:ext cx="3504219" cy="2210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of process monitoring, workload analysis, primary-workload protection, imbalance detection, dynamic priority adjustment, restoration, and activity logging into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 unified user-guided methodology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implemented entirely in user space using standard Linux APIs.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1919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5673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840732"/>
            <a:ext cx="324486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Interface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50482" y="3307358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Terminal-based menu system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895673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2840732"/>
            <a:ext cx="324486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Process Monitor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4473364" y="3307358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Scans /proc filesystem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895673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2840732"/>
            <a:ext cx="324486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CPU &amp; Memory Analyzer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8096246" y="3307358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resource metrics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742035"/>
            <a:ext cx="3622882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0482" y="4687094"/>
            <a:ext cx="324486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Workload Analysis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850482" y="5153720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Scores &amp; imbalance detection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742035"/>
            <a:ext cx="3622882" cy="756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73364" y="4687094"/>
            <a:ext cx="324486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Priority Manager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4473364" y="5153720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getpriority() / setpriority()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356682" y="580944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Implementation: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  |  </a:t>
            </a:r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Platform: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Ubuntu   |  </a:t>
            </a:r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APIs:</a:t>
            </a:r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Linux /proc, getpriority(), setpriority()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867"/>
            <a:ext cx="10868745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spc="-4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Concepts Used &amp; Implementation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97645"/>
            <a:ext cx="359064" cy="359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3754" y="1853704"/>
            <a:ext cx="4643024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Process &amp; CPU Monitoring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3754" y="2359819"/>
            <a:ext cx="4643024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scanning of all running processes via the Linux /proc filesystem with live CPU &amp; memory metrics.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83756"/>
            <a:ext cx="359064" cy="359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3754" y="3439815"/>
            <a:ext cx="4643024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Primary Workload Protection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233754" y="3945930"/>
            <a:ext cx="4643024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User-selected process is shielded from background priority changes throughout the session.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42259"/>
            <a:ext cx="359064" cy="359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3754" y="4798318"/>
            <a:ext cx="4643024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Imbalance Detection &amp; Logging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233754" y="5304433"/>
            <a:ext cx="4643024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Workload score calculation drives automated imbalance detection; all actions are persisted to an activity log.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321267" y="1784494"/>
            <a:ext cx="5215303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Implementation Stack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1267" y="2303760"/>
          <a:ext cx="5215303" cy="914400"/>
        </p:xfrm>
        <a:graphic>
          <a:graphicData uri="http://schemas.openxmlformats.org/drawingml/2006/table">
            <a:tbl>
              <a:tblPr/>
              <a:tblGrid>
                <a:gridCol w="2607652"/>
                <a:gridCol w="2607652"/>
              </a:tblGrid>
              <a:tr h="4480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Item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Detail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Language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Compiler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GCC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Platform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Ubuntu 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2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Interface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Terminal-based menu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Key APIs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/proc, getpriority(), setpriority()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3641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Implementation: Process Monitoring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571918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Process Monitor Output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01664"/>
          <a:ext cx="10868745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85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Field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Value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Primary Workload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smart_workload_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PID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1566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Protection Status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ENABLED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Source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/proc filesystem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Metrics Collected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PID, Name, CPU%, Memory, Nice Value</a:t>
                      </a:r>
                      <a:endParaRPr lang="en-US" sz="14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346485"/>
            <a:ext cx="1086874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scans the /proc filesystem and collects real-time resource metrics for all running processes. The user selects an important process as the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primary workload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which is then protected from any background priority changes.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25370"/>
            <a:ext cx="6296860" cy="4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spc="-28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Workload Imbalance Detection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335356" y="1259880"/>
            <a:ext cx="40928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spc="-3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1566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786533"/>
            <a:ext cx="6296860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spc="-14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Primary Workload PID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3360" y="2063948"/>
            <a:ext cx="629686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smart_workload_ — protection ENABLED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35356" y="2416671"/>
            <a:ext cx="40928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spc="-3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31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5233360" y="2943324"/>
            <a:ext cx="6296860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spc="-14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Background Processes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3360" y="3220740"/>
            <a:ext cx="629686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Monitored concurrently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335356" y="3573463"/>
            <a:ext cx="40928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spc="-3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191.54%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5233360" y="4100116"/>
            <a:ext cx="6296860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spc="-14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Background CPU Load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33360" y="4377531"/>
            <a:ext cx="629686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load across background tasks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35356" y="4730254"/>
            <a:ext cx="409286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spc="-3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3150" dirty="0"/>
          </a:p>
        </p:txBody>
      </p:sp>
      <p:sp>
        <p:nvSpPr>
          <p:cNvPr id="14" name="Text 11"/>
          <p:cNvSpPr/>
          <p:nvPr/>
        </p:nvSpPr>
        <p:spPr>
          <a:xfrm>
            <a:off x="5233311" y="5256907"/>
            <a:ext cx="6296860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spc="-14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Heavy Background Tasks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233360" y="5534323"/>
            <a:ext cx="629686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Heavy Process: yes (PID 1291) — CPU 96.74%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33360" y="5755779"/>
            <a:ext cx="6296860" cy="482600"/>
          </a:xfrm>
          <a:prstGeom prst="roundRect">
            <a:avLst>
              <a:gd name="adj" fmla="val 10693"/>
            </a:avLst>
          </a:prstGeom>
          <a:solidFill>
            <a:srgbClr val="FCF2B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190" y="5866209"/>
            <a:ext cx="153488" cy="12283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32508" y="5875489"/>
            <a:ext cx="5774883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WORKLOAD IMBALANCE DETECTED — The system recommends lowering the priority of PID 1291 to protect the primary workload.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6238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spc="-36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Dynamic Priority Management &amp; Restoration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690535"/>
            <a:ext cx="5238421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Priority Adjustment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40049"/>
          <a:ext cx="5238421" cy="914400"/>
        </p:xfrm>
        <a:graphic>
          <a:graphicData uri="http://schemas.openxmlformats.org/drawingml/2006/table">
            <a:tbl>
              <a:tblPr/>
              <a:tblGrid>
                <a:gridCol w="2619210"/>
                <a:gridCol w="2619210"/>
              </a:tblGrid>
              <a:tr h="372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Field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Value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Background Process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 (PID: 1291)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Nice Value Change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 → 5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7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Result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 Workload balanced | Primary protected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000744"/>
            <a:ext cx="5238421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Priority Restoration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450259"/>
          <a:ext cx="5238421" cy="914400"/>
        </p:xfrm>
        <a:graphic>
          <a:graphicData uri="http://schemas.openxmlformats.org/drawingml/2006/table">
            <a:tbl>
              <a:tblPr/>
              <a:tblGrid>
                <a:gridCol w="2619210"/>
                <a:gridCol w="2619210"/>
              </a:tblGrid>
              <a:tr h="372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Field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Value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Process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 (PID: 1291)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Nice Value Restoration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→ 0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Result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 Original priority restored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98149" y="3240730"/>
            <a:ext cx="5238421" cy="1206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</a:t>
            </a:r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lowers priority</a:t>
            </a:r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instead of terminating the background process. All changes are </a:t>
            </a:r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fully reversible</a:t>
            </a:r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original nice value is stored and restored on demand, ensuring safe and non-destructive workload management.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152"/>
            <a:ext cx="10868745" cy="63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50" spc="-39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Methodology Evaluation &amp; System Status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61475" y="1610717"/>
            <a:ext cx="3958729" cy="258465"/>
          </a:xfrm>
          <a:prstGeom prst="roundRect">
            <a:avLst>
              <a:gd name="adj" fmla="val 22115"/>
            </a:avLst>
          </a:prstGeom>
          <a:solidFill>
            <a:srgbClr val="FFE0CC"/>
          </a:solidFill>
          <a:ln/>
        </p:spPr>
      </p:sp>
      <p:sp>
        <p:nvSpPr>
          <p:cNvPr id="4" name="Text 2"/>
          <p:cNvSpPr/>
          <p:nvPr/>
        </p:nvSpPr>
        <p:spPr>
          <a:xfrm>
            <a:off x="763469" y="1665667"/>
            <a:ext cx="4364325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3 CRITERION — METHODOLOGY EVALUATION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2200767"/>
            <a:ext cx="522691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Methodology Evaluation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84661"/>
            <a:ext cx="2536861" cy="100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6779" y="2873772"/>
            <a:ext cx="2082450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Successfully monitored running processes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426" y="2684661"/>
            <a:ext cx="2536960" cy="10086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6731" y="2873772"/>
            <a:ext cx="208254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Successfully identified heavy background workload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46413"/>
            <a:ext cx="2536861" cy="1008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6779" y="4035524"/>
            <a:ext cx="2082450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Correctly protected the selected primary workload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1426" y="3846413"/>
            <a:ext cx="2536960" cy="10086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16731" y="4035524"/>
            <a:ext cx="208254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Successfully changed background process priority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08166"/>
            <a:ext cx="2536861" cy="10086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6779" y="5197277"/>
            <a:ext cx="2082450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Successfully restored the original priority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426" y="5008166"/>
            <a:ext cx="2536960" cy="100865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616731" y="5197277"/>
            <a:ext cx="208254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Recorded workload-management actions in activity log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6309659" y="2200767"/>
            <a:ext cx="522691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Status — Observed Values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659" y="2684661"/>
          <a:ext cx="5226912" cy="914400"/>
        </p:xfrm>
        <a:graphic>
          <a:graphicData uri="http://schemas.openxmlformats.org/drawingml/2006/table">
            <a:tbl>
              <a:tblPr/>
              <a:tblGrid>
                <a:gridCol w="2613456"/>
                <a:gridCol w="2613456"/>
              </a:tblGrid>
              <a:tr h="40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Metric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Value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 Memory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9787 MB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Used Memory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628 MB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Memory Utilization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6.42%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Primary Workload Protection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ENABLED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6537"/>
            <a:ext cx="10868745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spc="-4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Adaptability &amp; Dissemination / Accessibility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661475" y="2418655"/>
            <a:ext cx="4289020" cy="272752"/>
          </a:xfrm>
          <a:prstGeom prst="roundRect">
            <a:avLst>
              <a:gd name="adj" fmla="val 22121"/>
            </a:avLst>
          </a:prstGeom>
          <a:solidFill>
            <a:srgbClr val="FFE0CC"/>
          </a:solidFill>
          <a:ln/>
        </p:spPr>
      </p:sp>
      <p:sp>
        <p:nvSpPr>
          <p:cNvPr id="4" name="Text 2"/>
          <p:cNvSpPr/>
          <p:nvPr/>
        </p:nvSpPr>
        <p:spPr>
          <a:xfrm>
            <a:off x="769125" y="2477570"/>
            <a:ext cx="4683305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3 CRITERION — ADAPTABILITY &amp; ACCESSIBILITY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3062035"/>
            <a:ext cx="5215303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Adaptability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1475" y="3559969"/>
            <a:ext cx="5215303" cy="1604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 with any application or workload scenario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can select different primary processes dynamically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monitor varied process workloads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Extendable with I/O and network metrics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Suitable for desktop, server, and lab environments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1267" y="3062035"/>
            <a:ext cx="5215303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Dissemination &amp; Accessibility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21267" y="3559969"/>
            <a:ext cx="5215303" cy="1831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C and standard Linux system programming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on Ubuntu / WSL — widely available platforms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terminal-based menu — no GUI required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to demonstrate and reproduce in any Linux environment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logging provides complete traceability of all actions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332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spc="-36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93667"/>
            <a:ext cx="9179588" cy="1080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50" spc="-22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Workload Manager provides a user-controlled approach for identifying resource contention and protecting an important workload using Linux process information and priority management.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661475" y="2728729"/>
            <a:ext cx="917958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50" b="1" spc="-22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Achieved Workflow: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34134"/>
            <a:ext cx="3059830" cy="642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106" y="4013299"/>
            <a:ext cx="2738567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Monitor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05" y="3234134"/>
            <a:ext cx="3059830" cy="642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81936" y="4013299"/>
            <a:ext cx="2738567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Detect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134" y="3234134"/>
            <a:ext cx="3059929" cy="642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1765" y="4013299"/>
            <a:ext cx="2738667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Balance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74170"/>
            <a:ext cx="3059830" cy="642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106" y="5253335"/>
            <a:ext cx="2738567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Restore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305" y="4474170"/>
            <a:ext cx="3059830" cy="642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81936" y="5253335"/>
            <a:ext cx="2738567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356682" y="6030236"/>
            <a:ext cx="1147833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7562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Scope: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3071316"/>
            <a:ext cx="10868745" cy="179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08000"/>
              </a:lnSpc>
              <a:buSzPct val="100000"/>
              <a:buChar char="•"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resource metrics (I/O, network bandwidth)</a:t>
            </a:r>
            <a:endParaRPr lang="en-US" sz="1850" dirty="0"/>
          </a:p>
          <a:p>
            <a:pPr algn="l" marL="375920" indent="-375920">
              <a:lnSpc>
                <a:spcPct val="108000"/>
              </a:lnSpc>
              <a:buSzPct val="100000"/>
              <a:buChar char="•"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workload analysis and trend visualization</a:t>
            </a:r>
            <a:endParaRPr lang="en-US" sz="1850" dirty="0"/>
          </a:p>
          <a:p>
            <a:pPr algn="l" marL="375920" indent="-375920">
              <a:lnSpc>
                <a:spcPct val="108000"/>
              </a:lnSpc>
              <a:buSzPct val="100000"/>
              <a:buChar char="•"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workload prediction algorithms</a:t>
            </a:r>
            <a:endParaRPr lang="en-US" sz="1850" dirty="0"/>
          </a:p>
          <a:p>
            <a:pPr algn="l" marL="375920" indent="-375920">
              <a:lnSpc>
                <a:spcPct val="108000"/>
              </a:lnSpc>
              <a:buSzPct val="100000"/>
              <a:buChar char="•"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priority recommendations</a:t>
            </a:r>
            <a:endParaRPr lang="en-US" sz="1850" dirty="0"/>
          </a:p>
          <a:p>
            <a:pPr algn="l" marL="375920" indent="-375920">
              <a:lnSpc>
                <a:spcPct val="108000"/>
              </a:lnSpc>
              <a:buSzPct val="100000"/>
              <a:buChar char="•"/>
            </a:pPr>
            <a:r>
              <a:rPr lang="en-US" sz="1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monitoring dashboard and visualization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2026-10-07T16:22:49Z</dcterms:created>
  <dcterms:modified xsi:type="dcterms:W3CDTF">2026-10-07T16:22:49Z</dcterms:modified>
</cp:coreProperties>
</file>